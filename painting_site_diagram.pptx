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34DC-EB10-4D06-AB52-EBF9706F61F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EF451-E420-42FE-B2BB-BDAD886C4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5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34DC-EB10-4D06-AB52-EBF9706F61F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EF451-E420-42FE-B2BB-BDAD886C4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12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34DC-EB10-4D06-AB52-EBF9706F61F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EF451-E420-42FE-B2BB-BDAD886C4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007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34DC-EB10-4D06-AB52-EBF9706F61F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EF451-E420-42FE-B2BB-BDAD886C4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789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34DC-EB10-4D06-AB52-EBF9706F61F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EF451-E420-42FE-B2BB-BDAD886C4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417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34DC-EB10-4D06-AB52-EBF9706F61F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EF451-E420-42FE-B2BB-BDAD886C4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9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34DC-EB10-4D06-AB52-EBF9706F61F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EF451-E420-42FE-B2BB-BDAD886C4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3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34DC-EB10-4D06-AB52-EBF9706F61F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EF451-E420-42FE-B2BB-BDAD886C4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439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34DC-EB10-4D06-AB52-EBF9706F61F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EF451-E420-42FE-B2BB-BDAD886C4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315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34DC-EB10-4D06-AB52-EBF9706F61F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EF451-E420-42FE-B2BB-BDAD886C4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8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34DC-EB10-4D06-AB52-EBF9706F61F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EF451-E420-42FE-B2BB-BDAD886C4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351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34DC-EB10-4D06-AB52-EBF9706F61F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EF451-E420-42FE-B2BB-BDAD886C4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6400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E8C1C0-5D3A-487F-B953-D2B0829903E3}"/>
              </a:ext>
            </a:extLst>
          </p:cNvPr>
          <p:cNvSpPr/>
          <p:nvPr/>
        </p:nvSpPr>
        <p:spPr>
          <a:xfrm>
            <a:off x="373486" y="2814448"/>
            <a:ext cx="42954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3. The database management interface.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49CA8F-87EE-4247-93AB-C8416BF6D390}"/>
              </a:ext>
            </a:extLst>
          </p:cNvPr>
          <p:cNvSpPr/>
          <p:nvPr/>
        </p:nvSpPr>
        <p:spPr>
          <a:xfrm>
            <a:off x="377628" y="972474"/>
            <a:ext cx="4601837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500" dirty="0"/>
              <a:t>The artwork site will look like this: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E577DD-94C6-474C-90F8-95ED463117A2}"/>
              </a:ext>
            </a:extLst>
          </p:cNvPr>
          <p:cNvSpPr/>
          <p:nvPr/>
        </p:nvSpPr>
        <p:spPr>
          <a:xfrm>
            <a:off x="377627" y="1816016"/>
            <a:ext cx="69658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1. A login interface after clicking the button in the site header bar.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51F2A7-46F7-4069-AD8E-50B6CB3B7AFE}"/>
              </a:ext>
            </a:extLst>
          </p:cNvPr>
          <p:cNvSpPr/>
          <p:nvPr/>
        </p:nvSpPr>
        <p:spPr>
          <a:xfrm>
            <a:off x="373486" y="2315232"/>
            <a:ext cx="27458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2. The website interface.</a:t>
            </a:r>
          </a:p>
        </p:txBody>
      </p:sp>
    </p:spTree>
    <p:extLst>
      <p:ext uri="{BB962C8B-B14F-4D97-AF65-F5344CB8AC3E}">
        <p14:creationId xmlns:p14="http://schemas.microsoft.com/office/powerpoint/2010/main" val="4203719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CFE49D-89DC-4AA7-BB76-450716A3217E}"/>
              </a:ext>
            </a:extLst>
          </p:cNvPr>
          <p:cNvSpPr txBox="1"/>
          <p:nvPr/>
        </p:nvSpPr>
        <p:spPr>
          <a:xfrm>
            <a:off x="3669053" y="0"/>
            <a:ext cx="485389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/>
              <a:t>Use Case Diagram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C10A7B-04B3-49DC-95E0-9FF08F64C327}"/>
              </a:ext>
            </a:extLst>
          </p:cNvPr>
          <p:cNvSpPr/>
          <p:nvPr/>
        </p:nvSpPr>
        <p:spPr>
          <a:xfrm>
            <a:off x="3408004" y="861774"/>
            <a:ext cx="5375989" cy="592551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48F172-AC07-4795-AE30-5E12C166F6C4}"/>
              </a:ext>
            </a:extLst>
          </p:cNvPr>
          <p:cNvCxnSpPr>
            <a:cxnSpLocks/>
            <a:stCxn id="20" idx="3"/>
            <a:endCxn id="13" idx="2"/>
          </p:cNvCxnSpPr>
          <p:nvPr/>
        </p:nvCxnSpPr>
        <p:spPr>
          <a:xfrm flipV="1">
            <a:off x="3258622" y="1175132"/>
            <a:ext cx="2432497" cy="23551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DB365B5C-6141-4C21-A9D3-343C23DC843C}"/>
              </a:ext>
            </a:extLst>
          </p:cNvPr>
          <p:cNvSpPr/>
          <p:nvPr/>
        </p:nvSpPr>
        <p:spPr>
          <a:xfrm>
            <a:off x="5691119" y="928798"/>
            <a:ext cx="1003255" cy="492668"/>
          </a:xfrm>
          <a:prstGeom prst="ellipse">
            <a:avLst/>
          </a:prstGeom>
          <a:solidFill>
            <a:schemeClr val="tx1">
              <a:lumMod val="50000"/>
            </a:schemeClr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Sign-in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733071D-6DA0-48E2-AE0C-43D3C3B417DC}"/>
              </a:ext>
            </a:extLst>
          </p:cNvPr>
          <p:cNvSpPr/>
          <p:nvPr/>
        </p:nvSpPr>
        <p:spPr>
          <a:xfrm>
            <a:off x="5483660" y="3558660"/>
            <a:ext cx="1210645" cy="693441"/>
          </a:xfrm>
          <a:prstGeom prst="ellipse">
            <a:avLst/>
          </a:prstGeom>
          <a:solidFill>
            <a:schemeClr val="tx1">
              <a:lumMod val="50000"/>
            </a:schemeClr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Update element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DFF81A-F054-4C77-A8F8-BC05CCD31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660" y="2716402"/>
            <a:ext cx="944962" cy="162777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5EF096D-B964-4979-A868-62AD05F6D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4509" y="2679978"/>
            <a:ext cx="944962" cy="163387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208639A8-5076-4FD2-A2F2-C3897450E96E}"/>
              </a:ext>
            </a:extLst>
          </p:cNvPr>
          <p:cNvSpPr/>
          <p:nvPr/>
        </p:nvSpPr>
        <p:spPr>
          <a:xfrm>
            <a:off x="5483659" y="4275595"/>
            <a:ext cx="1210645" cy="693441"/>
          </a:xfrm>
          <a:prstGeom prst="ellipse">
            <a:avLst/>
          </a:prstGeom>
          <a:solidFill>
            <a:schemeClr val="tx1">
              <a:lumMod val="50000"/>
            </a:schemeClr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Delete element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5F61503-7F6D-4AD8-A380-4FFE7CA374D6}"/>
              </a:ext>
            </a:extLst>
          </p:cNvPr>
          <p:cNvSpPr/>
          <p:nvPr/>
        </p:nvSpPr>
        <p:spPr>
          <a:xfrm>
            <a:off x="5474488" y="2143407"/>
            <a:ext cx="1210645" cy="693441"/>
          </a:xfrm>
          <a:prstGeom prst="ellipse">
            <a:avLst/>
          </a:prstGeom>
          <a:solidFill>
            <a:schemeClr val="tx1">
              <a:lumMod val="50000"/>
            </a:schemeClr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Create element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0BE9C60-5924-43AB-8206-D97B9781C239}"/>
              </a:ext>
            </a:extLst>
          </p:cNvPr>
          <p:cNvSpPr/>
          <p:nvPr/>
        </p:nvSpPr>
        <p:spPr>
          <a:xfrm>
            <a:off x="5474488" y="2865348"/>
            <a:ext cx="1210645" cy="693441"/>
          </a:xfrm>
          <a:prstGeom prst="ellipse">
            <a:avLst/>
          </a:prstGeom>
          <a:solidFill>
            <a:schemeClr val="tx1">
              <a:lumMod val="50000"/>
            </a:schemeClr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Read element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7650A3C-F7C3-4C02-AE00-F58D4DC7D206}"/>
              </a:ext>
            </a:extLst>
          </p:cNvPr>
          <p:cNvSpPr/>
          <p:nvPr/>
        </p:nvSpPr>
        <p:spPr>
          <a:xfrm>
            <a:off x="5587423" y="6223397"/>
            <a:ext cx="1210645" cy="491502"/>
          </a:xfrm>
          <a:prstGeom prst="ellipse">
            <a:avLst/>
          </a:prstGeom>
          <a:solidFill>
            <a:schemeClr val="tx1">
              <a:lumMod val="50000"/>
            </a:schemeClr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Sign-out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14E7A-A64B-44B4-B54A-A3A35418F91F}"/>
              </a:ext>
            </a:extLst>
          </p:cNvPr>
          <p:cNvCxnSpPr>
            <a:cxnSpLocks/>
            <a:stCxn id="20" idx="3"/>
            <a:endCxn id="39" idx="2"/>
          </p:cNvCxnSpPr>
          <p:nvPr/>
        </p:nvCxnSpPr>
        <p:spPr>
          <a:xfrm>
            <a:off x="3258622" y="3530289"/>
            <a:ext cx="2328801" cy="29388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A97D3C02-5BE5-40D6-B1C3-DD99FF971DB5}"/>
              </a:ext>
            </a:extLst>
          </p:cNvPr>
          <p:cNvSpPr/>
          <p:nvPr/>
        </p:nvSpPr>
        <p:spPr>
          <a:xfrm>
            <a:off x="3669053" y="952814"/>
            <a:ext cx="1336309" cy="525530"/>
          </a:xfrm>
          <a:prstGeom prst="ellipse">
            <a:avLst/>
          </a:prstGeom>
          <a:solidFill>
            <a:schemeClr val="tx1">
              <a:lumMod val="50000"/>
            </a:schemeClr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Watch paintings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4A4FABB-FBAB-4260-B5F2-58F995ECEB53}"/>
              </a:ext>
            </a:extLst>
          </p:cNvPr>
          <p:cNvCxnSpPr>
            <a:cxnSpLocks/>
            <a:stCxn id="20" idx="3"/>
            <a:endCxn id="43" idx="2"/>
          </p:cNvCxnSpPr>
          <p:nvPr/>
        </p:nvCxnSpPr>
        <p:spPr>
          <a:xfrm flipV="1">
            <a:off x="3258622" y="1215579"/>
            <a:ext cx="410431" cy="23147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Oval 118">
            <a:extLst>
              <a:ext uri="{FF2B5EF4-FFF2-40B4-BE49-F238E27FC236}">
                <a16:creationId xmlns:a16="http://schemas.microsoft.com/office/drawing/2014/main" id="{F0A1DE2F-5806-4D7E-B9BC-356277A95A2B}"/>
              </a:ext>
            </a:extLst>
          </p:cNvPr>
          <p:cNvSpPr/>
          <p:nvPr/>
        </p:nvSpPr>
        <p:spPr>
          <a:xfrm>
            <a:off x="7397019" y="3212659"/>
            <a:ext cx="1336309" cy="568509"/>
          </a:xfrm>
          <a:prstGeom prst="ellipse">
            <a:avLst/>
          </a:prstGeom>
          <a:solidFill>
            <a:schemeClr val="tx1">
              <a:lumMod val="50000"/>
            </a:schemeClr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Manage Artworks</a:t>
            </a: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47A53C2E-AFF6-4207-B8F4-0255AE7FE279}"/>
              </a:ext>
            </a:extLst>
          </p:cNvPr>
          <p:cNvCxnSpPr>
            <a:cxnSpLocks/>
            <a:stCxn id="32" idx="1"/>
            <a:endCxn id="119" idx="6"/>
          </p:cNvCxnSpPr>
          <p:nvPr/>
        </p:nvCxnSpPr>
        <p:spPr>
          <a:xfrm flipH="1">
            <a:off x="8733328" y="3496913"/>
            <a:ext cx="181181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8AF334DD-F51C-45B7-BEFB-65BF68D9389B}"/>
              </a:ext>
            </a:extLst>
          </p:cNvPr>
          <p:cNvCxnSpPr>
            <a:cxnSpLocks/>
            <a:stCxn id="18" idx="6"/>
            <a:endCxn id="119" idx="2"/>
          </p:cNvCxnSpPr>
          <p:nvPr/>
        </p:nvCxnSpPr>
        <p:spPr>
          <a:xfrm>
            <a:off x="6685133" y="2490128"/>
            <a:ext cx="711886" cy="1006786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56A474B1-AE65-4EA8-87E4-2305324DF95A}"/>
              </a:ext>
            </a:extLst>
          </p:cNvPr>
          <p:cNvCxnSpPr>
            <a:cxnSpLocks/>
            <a:stCxn id="19" idx="6"/>
            <a:endCxn id="119" idx="2"/>
          </p:cNvCxnSpPr>
          <p:nvPr/>
        </p:nvCxnSpPr>
        <p:spPr>
          <a:xfrm>
            <a:off x="6685133" y="3212069"/>
            <a:ext cx="711886" cy="284845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9AE3743C-FF3B-48E0-935B-621F7983B801}"/>
              </a:ext>
            </a:extLst>
          </p:cNvPr>
          <p:cNvCxnSpPr>
            <a:cxnSpLocks/>
            <a:stCxn id="28" idx="6"/>
            <a:endCxn id="119" idx="2"/>
          </p:cNvCxnSpPr>
          <p:nvPr/>
        </p:nvCxnSpPr>
        <p:spPr>
          <a:xfrm flipV="1">
            <a:off x="6694305" y="3496914"/>
            <a:ext cx="702714" cy="408467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15D60C2B-5921-4864-82C8-2CD524B4430E}"/>
              </a:ext>
            </a:extLst>
          </p:cNvPr>
          <p:cNvCxnSpPr>
            <a:cxnSpLocks/>
            <a:stCxn id="17" idx="6"/>
            <a:endCxn id="119" idx="2"/>
          </p:cNvCxnSpPr>
          <p:nvPr/>
        </p:nvCxnSpPr>
        <p:spPr>
          <a:xfrm flipV="1">
            <a:off x="6694304" y="3496914"/>
            <a:ext cx="702715" cy="1125402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3C71ABCD-CD8D-4EC8-9CA3-EE1449C6962E}"/>
              </a:ext>
            </a:extLst>
          </p:cNvPr>
          <p:cNvSpPr txBox="1"/>
          <p:nvPr/>
        </p:nvSpPr>
        <p:spPr>
          <a:xfrm rot="1294877">
            <a:off x="6568003" y="3133303"/>
            <a:ext cx="9460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&lt;&lt;include&gt;&gt;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E508E5F-1F66-4958-BE43-11485C8A710B}"/>
              </a:ext>
            </a:extLst>
          </p:cNvPr>
          <p:cNvSpPr txBox="1"/>
          <p:nvPr/>
        </p:nvSpPr>
        <p:spPr>
          <a:xfrm rot="19720706">
            <a:off x="6503940" y="3521875"/>
            <a:ext cx="9460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&lt;&lt;include&gt;&gt;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5BD9FAB-6793-4448-AD3C-BA56F007DE9E}"/>
              </a:ext>
            </a:extLst>
          </p:cNvPr>
          <p:cNvSpPr txBox="1"/>
          <p:nvPr/>
        </p:nvSpPr>
        <p:spPr>
          <a:xfrm rot="3314851">
            <a:off x="6568002" y="2719419"/>
            <a:ext cx="9460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&lt;&lt;include&gt;&gt;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5D746E1-204D-4C3B-83FE-B692C2F2352E}"/>
              </a:ext>
            </a:extLst>
          </p:cNvPr>
          <p:cNvSpPr txBox="1"/>
          <p:nvPr/>
        </p:nvSpPr>
        <p:spPr>
          <a:xfrm rot="18161459">
            <a:off x="6493169" y="3909009"/>
            <a:ext cx="9460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&lt;&lt;include&gt;&gt;</a:t>
            </a:r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4A741C07-1532-4337-8BFA-6E48258B17CE}"/>
              </a:ext>
            </a:extLst>
          </p:cNvPr>
          <p:cNvCxnSpPr>
            <a:cxnSpLocks/>
            <a:stCxn id="32" idx="0"/>
            <a:endCxn id="13" idx="6"/>
          </p:cNvCxnSpPr>
          <p:nvPr/>
        </p:nvCxnSpPr>
        <p:spPr>
          <a:xfrm flipH="1" flipV="1">
            <a:off x="6694374" y="1175132"/>
            <a:ext cx="2692616" cy="15048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F984AE56-8E88-47DC-AE2B-25CF85B23D6D}"/>
              </a:ext>
            </a:extLst>
          </p:cNvPr>
          <p:cNvCxnSpPr>
            <a:cxnSpLocks/>
            <a:stCxn id="39" idx="6"/>
            <a:endCxn id="32" idx="2"/>
          </p:cNvCxnSpPr>
          <p:nvPr/>
        </p:nvCxnSpPr>
        <p:spPr>
          <a:xfrm flipV="1">
            <a:off x="6798068" y="4313848"/>
            <a:ext cx="2588922" cy="2155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1048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D0F7A7-EA8E-46BC-BFDF-B868E5FB36BA}"/>
              </a:ext>
            </a:extLst>
          </p:cNvPr>
          <p:cNvSpPr txBox="1"/>
          <p:nvPr/>
        </p:nvSpPr>
        <p:spPr>
          <a:xfrm>
            <a:off x="4192434" y="0"/>
            <a:ext cx="380713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/>
              <a:t>Class Diagram</a:t>
            </a:r>
          </a:p>
        </p:txBody>
      </p:sp>
    </p:spTree>
    <p:extLst>
      <p:ext uri="{BB962C8B-B14F-4D97-AF65-F5344CB8AC3E}">
        <p14:creationId xmlns:p14="http://schemas.microsoft.com/office/powerpoint/2010/main" val="1125500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246</TotalTime>
  <Words>67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Alhassan4D</dc:creator>
  <cp:lastModifiedBy>Alhassan4D</cp:lastModifiedBy>
  <cp:revision>60</cp:revision>
  <dcterms:created xsi:type="dcterms:W3CDTF">2025-09-21T15:15:25Z</dcterms:created>
  <dcterms:modified xsi:type="dcterms:W3CDTF">2025-10-14T13:12:05Z</dcterms:modified>
</cp:coreProperties>
</file>